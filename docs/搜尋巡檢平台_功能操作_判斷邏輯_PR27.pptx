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://autotest-service.sit.kkday.com:8081/explore_platform/" TargetMode="External"/><Relationship Id="rId2" Type="http://schemas.openxmlformats.org/officeDocument/2006/relationships/hyperlink" Target="https://github.com/lancekkday/explore_platform" TargetMode="External"/><Relationship Id="rId3" Type="http://schemas.openxmlformats.org/officeDocument/2006/relationships/hyperlink" Target="https://kkday.atlassian.net/wiki/spaces/QS/pages/1969225751" TargetMode="External"/><Relationship Id="rId4" Type="http://schemas.openxmlformats.org/officeDocument/2006/relationships/hyperlink" Target="https://github.com/lancekkday/explore_platform/pull/27" TargetMode="External"/><Relationship Id="rId5" Type="http://schemas.openxmlformats.org/officeDocument/2006/relationships/hyperlink" Target="https://github.com/lancekkday/explore_platform/pull/28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EF9F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SEARCH AUDIT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功能操作 + 判斷邏輯講解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45720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343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#27 → #28 最新版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2026-05-25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KKDay QA Squad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本場分兩段:操作面 · 判斷邏輯面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平台用途與使用者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500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3500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架構:兩條 route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16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9169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單詞巡檢操作流程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4838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4838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Filter:全部 / 差異 / 需關注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050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050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Alert bar 五個 bucket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批次巡檢三 tab 結構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5184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5184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 5 個 lifecycle 狀態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372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嚴重度 hover popup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3500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23500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歷史紀錄 + Resume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63640" y="2916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03720" y="29169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判定邏輯 5 步驟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63640" y="34838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3720" y="34838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Tier 判定矩陣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4050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03720" y="4050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 + Category + 同義詞 AI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63640" y="4617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03720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人工校正 + Baseline pipeline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63640" y="5184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03720" y="5184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 + PR 史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平台用途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 KKDay 搜尋結果品質;支援 AB 演算法巡檢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3492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41148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平台用途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單詞巡檢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輸入關鍵字,即時看 A/B 兩版搜尋結果並排,每筆商品自動標 T1/T2/T3/MISS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批次巡檢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一鍵跑全 baseline 守門關鍵字,自動產異常報表,可中途取消、續跑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A/B 演算法對比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 test_exp 參數比對不同演算法版本對 baseline 的衝擊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828800"/>
            <a:ext cx="73152" cy="41148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目標使用者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69748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 Engineer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新演算法上線前回歸測試:確認守門商品仍排在預期位置、未引入嚴重 regression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 Manager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單詞品質審視:對特定關鍵字看 A/B 兩版差異,評估上線決策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搜尋演算法 RD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改動 ranking 邏輯後,跑全 baseline 確認沒動到關鍵商品,測試版可由 test_exp 接入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架構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 React Router route · 共用 AppHeader 與 BaselineStatusBanner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AppHeader — 搜尋巡檢平台   [ 巡檢 | 批次 ]   連線狀態 ⟳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10515600" cy="365760"/>
          </a:xfrm>
          <a:prstGeom prst="rect">
            <a:avLst/>
          </a:prstGeom>
          <a:solidFill>
            <a:srgbClr val="FAEEDA"/>
          </a:solidFill>
          <a:ln w="6350">
            <a:solidFill>
              <a:srgbClr val="F0D4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BaselineStatusBanner — 條件出現:BQ fetch 失敗 / row 數量級異常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5074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017520"/>
            <a:ext cx="5074920" cy="45720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17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 巡檢  (HomePage)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65760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單詞巡檢主畫面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搜尋框 + 巡檢 / 下載 / 設定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Alert bar(baseline 異常分組)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Filter bar(全部 / 差異 / 需關注)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A 欄 / B 欄結果並排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右側 Drawer(精準 / 泛詞 baseline)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搜尋狀態(keyword + filter + results)放 AppContext,從 /批次 切回不會被重設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017520"/>
            <a:ext cx="5074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3017520"/>
            <a:ext cx="5074920" cy="4572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017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 批次  (BatchPage)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365760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批次巡檢三 sub-tab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精準詞 — 跑全部精準詞 baseline (~189)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泛詞 — 跑全部泛詞 baseline (~59)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歷史紀錄 — 最近 50 筆 run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#27 改成 async + sqlite checkpoint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中途可取消 · 可從中斷處續跑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Polling timer 跨 route 存活,切到 /巡檢 仍持續跑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單詞巡檢:5 步流程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從輸入關鍵字到看到判定結果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920240"/>
            <a:ext cx="2048256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20240"/>
            <a:ext cx="2048256" cy="73152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C44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輸入關鍵字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搜尋框打字,按 Enter 或點「巡檢」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25496" y="1920240"/>
            <a:ext cx="2048256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25496" y="1920240"/>
            <a:ext cx="2048256" cy="73152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12" name="Text 10"/>
          <p:cNvSpPr/>
          <p:nvPr/>
        </p:nvSpPr>
        <p:spPr>
          <a:xfrm>
            <a:off x="3008376" y="21945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C44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008376" y="338328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A/B 並排取結果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08376" y="393192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同時呼叫 test_exp=A 與 test_exp=B,各拿前 300 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56632" y="1920240"/>
            <a:ext cx="2048256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56632" y="1920240"/>
            <a:ext cx="2048256" cy="73152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7" name="Text 15"/>
          <p:cNvSpPr/>
          <p:nvPr/>
        </p:nvSpPr>
        <p:spPr>
          <a:xfrm>
            <a:off x="5239512" y="21945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5239512" y="338328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Tier 自動標註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39512" y="393192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每筆商品依規則 + AI 救回,輸出 T1/T2/T3/MISS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87768" y="1920240"/>
            <a:ext cx="2048256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87768" y="1920240"/>
            <a:ext cx="2048256" cy="73152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22" name="Text 20"/>
          <p:cNvSpPr/>
          <p:nvPr/>
        </p:nvSpPr>
        <p:spPr>
          <a:xfrm>
            <a:off x="7470648" y="21945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7470648" y="338328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 標記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70648" y="393192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守門商品標 Top1/Top2 或 泛#N,異常進 Alert bar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18904" y="1920240"/>
            <a:ext cx="2048256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18904" y="1920240"/>
            <a:ext cx="2048256" cy="7315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7" name="Text 25"/>
          <p:cNvSpPr/>
          <p:nvPr/>
        </p:nvSpPr>
        <p:spPr>
          <a:xfrm>
            <a:off x="9701784" y="21945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D9E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5600" dirty="0"/>
          </a:p>
        </p:txBody>
      </p:sp>
      <p:sp>
        <p:nvSpPr>
          <p:cNvPr id="28" name="Text 26"/>
          <p:cNvSpPr/>
          <p:nvPr/>
        </p:nvSpPr>
        <p:spPr>
          <a:xfrm>
            <a:off x="9701784" y="338328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使用者切換視圖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701784" y="393192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 / 差異 / 需關注,Drawer 看守門商品全清單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A/B 並排顯示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test_exp 切換演算法版本 · 同一商品跨欄位 rank 用 ▲▼ 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3949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E6F1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44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TEST_EXP  [ 0 ]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3464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@10  100   @50  96   @150  99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25880" y="333756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FAEEDA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7452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日本吉卜力公園門票…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33756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EAF7F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B#1 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25880" y="388620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FAEEDA"/>
          </a:solidFill>
          <a:ln/>
        </p:spPr>
      </p:sp>
      <p:sp>
        <p:nvSpPr>
          <p:cNvPr id="19" name="Text 17"/>
          <p:cNvSpPr/>
          <p:nvPr/>
        </p:nvSpPr>
        <p:spPr>
          <a:xfrm>
            <a:off x="1325880" y="3886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日本吉卜力公園門票…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88620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EAF7F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886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3840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B#1 ▲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572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…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7920" y="1828800"/>
            <a:ext cx="53949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6960" y="210312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EEEDFE"/>
          </a:solidFill>
          <a:ln/>
        </p:spPr>
      </p:sp>
      <p:sp>
        <p:nvSpPr>
          <p:cNvPr id="27" name="Text 25"/>
          <p:cNvSpPr/>
          <p:nvPr/>
        </p:nvSpPr>
        <p:spPr>
          <a:xfrm>
            <a:off x="996696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C34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[ 1 ]  TEST_EXP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8813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9224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@10  52   @50  40   @150  44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#149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995160" y="333756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FAEEDA"/>
          </a:solidFill>
          <a:ln/>
        </p:spPr>
      </p:sp>
      <p:sp>
        <p:nvSpPr>
          <p:cNvPr id="32" name="Text 30"/>
          <p:cNvSpPr/>
          <p:nvPr/>
        </p:nvSpPr>
        <p:spPr>
          <a:xfrm>
            <a:off x="699516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【吉卜力公園接送】…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241280" y="333756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EEEDFE"/>
          </a:solidFill>
          <a:ln/>
        </p:spPr>
      </p:sp>
      <p:sp>
        <p:nvSpPr>
          <p:cNvPr id="35" name="Text 33"/>
          <p:cNvSpPr/>
          <p:nvPr/>
        </p:nvSpPr>
        <p:spPr>
          <a:xfrm>
            <a:off x="1024128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34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A#4 ▼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#155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95160" y="388620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FAEEDA"/>
          </a:solidFill>
          <a:ln/>
        </p:spPr>
      </p:sp>
      <p:sp>
        <p:nvSpPr>
          <p:cNvPr id="39" name="Text 37"/>
          <p:cNvSpPr/>
          <p:nvPr/>
        </p:nvSpPr>
        <p:spPr>
          <a:xfrm>
            <a:off x="6995160" y="3886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4380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【吉卜力公園接送】…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241280" y="388620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EEEDFE"/>
          </a:solidFill>
          <a:ln/>
        </p:spPr>
      </p:sp>
      <p:sp>
        <p:nvSpPr>
          <p:cNvPr id="42" name="Text 40"/>
          <p:cNvSpPr/>
          <p:nvPr/>
        </p:nvSpPr>
        <p:spPr>
          <a:xfrm>
            <a:off x="10241280" y="3886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34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98480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A#7 ▼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0" y="4572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…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切到「差異」filter 後,只剩 baseline 守門商品;每筆顯示跨欄位排名 + 方向箭頭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Filter bar 三態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主畫面切換視角,挑出需要關心的商品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828800"/>
            <a:ext cx="3535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94560"/>
            <a:ext cx="29870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297680"/>
            <a:ext cx="298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顯示主搜尋的所有商品(A/B 各最多 300 筆)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1828800"/>
            <a:ext cx="3535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7240" y="2194560"/>
            <a:ext cx="2987040" cy="54864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4587240" y="219456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44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⇄ 差異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87240" y="288036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C44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587240" y="393192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87240" y="4297680"/>
            <a:ext cx="298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A/B 兩欄都只剩 baseline 守門商品(精準 Top1/Top2 + 泛 #1~#10,合併最多 12 筆),跨欄位顯示 B#N ▲▼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31480" y="1828800"/>
            <a:ext cx="3535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5800" y="2194560"/>
            <a:ext cx="2987040" cy="548640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19" name="Text 17"/>
          <p:cNvSpPr/>
          <p:nvPr/>
        </p:nvSpPr>
        <p:spPr>
          <a:xfrm>
            <a:off x="8305800" y="219456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🔔 需關注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05800" y="288036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8305800" y="393192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5800" y="4297680"/>
            <a:ext cx="298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過濾出符合 4 個判定條件之一的商品(下一頁詳述)— 不限 Tier,T1 也可能落進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486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差異與需關注互斥;點同一個再點一次切回「全部」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「需關注」 4 條件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任一成立就進列表 — 跟 Tier 無關,T1 也可能落進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73152" cy="96012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4B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55448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 / MISS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=== 0 (MISS) 或 tier === 3 (T3 弱關聯)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0" y="18745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分類本身已不理想,應該被關注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07208"/>
            <a:ext cx="73152" cy="9601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0720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C44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1554480" y="2898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已校正過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310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is_calibrated === true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294436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人工校正過的商品,無論 Tier 都值得 review 是否仍恰當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77056"/>
            <a:ext cx="73152" cy="96012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77056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1554480" y="3968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 守門掉名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43799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baseline_tag 存在 AND rank &gt; expected × BASELINE_DROP_MULTIPLIER (預設 3 倍)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401421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即使 T1,如果排名掉太多也算 ranking regression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46904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46904"/>
            <a:ext cx="73152" cy="960120"/>
          </a:xfrm>
          <a:prstGeom prst="rect">
            <a:avLst/>
          </a:prstGeom>
          <a:solidFill>
            <a:srgbClr val="3C348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946904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C34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554480" y="50383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vs B 排名差 ≥ 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54498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同商品 |a_rank − b_rank| ≥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508406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即使 T1,兩版差太多代表演算法不一致,要 review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0624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要減少 T1 落進「需關注」:在 設定 → 把 BASELINE_DROP_MULTIPLIER 調大(預設 3)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Alert bar — Baseline 異常 5 個 bucket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主畫面上方按異常類型分組,chip 直連 stage 商品頁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觸發條件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6696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A、B 雙消失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0" y="2286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商品在 A 與 B 兩版都找不到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[Top1] 商品 (A,B)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966960" y="2450592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E24B4A"/>
          </a:solidFill>
          <a:ln/>
        </p:spPr>
      </p:sp>
      <p:sp>
        <p:nvSpPr>
          <p:cNvPr id="15" name="Text 13"/>
          <p:cNvSpPr/>
          <p:nvPr/>
        </p:nvSpPr>
        <p:spPr>
          <a:xfrm>
            <a:off x="9966960" y="2450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11064240" cy="640080"/>
          </a:xfrm>
          <a:prstGeom prst="rect">
            <a:avLst/>
          </a:prstGeom>
          <a:solidFill>
            <a:srgbClr val="F5F4F1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消失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0" y="2926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商品在 A 出現、B 完全找不到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[泛#3] 商品名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966960" y="3090672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E24B4A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30906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P0/P1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消失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00400" y="3566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商品在 B 出現、A 完全找不到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[泛#5] 商品名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966960" y="3730752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EF9F27"/>
          </a:solidFill>
          <a:ln/>
        </p:spPr>
      </p:sp>
      <p:sp>
        <p:nvSpPr>
          <p:cNvPr id="27" name="Text 25"/>
          <p:cNvSpPr/>
          <p:nvPr/>
        </p:nvSpPr>
        <p:spPr>
          <a:xfrm>
            <a:off x="9966960" y="3730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INFO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11064240" cy="640080"/>
          </a:xfrm>
          <a:prstGeom prst="rect">
            <a:avLst/>
          </a:prstGeom>
          <a:solidFill>
            <a:srgbClr val="F5F4F1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206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vs B 變動 &gt; 5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200400" y="4206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同商品 A vs B 排名差距 &gt; 5 名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[泛#7] 商品名 (B 低)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966960" y="4370832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6C5CE7"/>
          </a:solidFill>
          <a:ln/>
        </p:spPr>
      </p:sp>
      <p:sp>
        <p:nvSpPr>
          <p:cNvPr id="33" name="Text 31"/>
          <p:cNvSpPr/>
          <p:nvPr/>
        </p:nvSpPr>
        <p:spPr>
          <a:xfrm>
            <a:off x="9966960" y="4370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P1/P2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846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排名偏離 baseline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200400" y="4846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A 排名 &gt; expected × 3 倍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0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[Top2] 商品名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966960" y="5010912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EF9F27"/>
          </a:solidFill>
          <a:ln/>
        </p:spPr>
      </p:sp>
      <p:sp>
        <p:nvSpPr>
          <p:cNvPr id="39" name="Text 37"/>
          <p:cNvSpPr/>
          <p:nvPr/>
        </p:nvSpPr>
        <p:spPr>
          <a:xfrm>
            <a:off x="9966960" y="50109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INFO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24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批次巡檢 · 三 sub-tab 結構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#27 改成 async + sqlite checkpoint,每筆 query 跑完即時更新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5661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566160" cy="54864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精準詞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~189 個 query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Top1/Top2 高成交商品的守門 baseline · 跑完約 5-8 分鐘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828800"/>
            <a:ext cx="3566160" cy="54864"/>
          </a:xfrm>
          <a:prstGeom prst="rect">
            <a:avLst/>
          </a:prstGeom>
          <a:solidFill>
            <a:srgbClr val="3C348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泛詞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~59 個 query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Profit rank 1-10 的廣度 baseline · 跑完約 2-3 分鐘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5661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828800"/>
            <a:ext cx="3566160" cy="5486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歷史紀錄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4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最近 50 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可篩 type;點 row 進 detail 看當時 checkpoint + alerts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#27 三大關鍵差異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3566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120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中途可取消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532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Worker 在下個 query boundary 退出,已跑完的 row 保留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5029200"/>
            <a:ext cx="3566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5120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從中斷處續跑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5532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parent ok 的 row 複製到新 run · 嚴格驗證 baseline 不變才繼續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5029200"/>
            <a:ext cx="3566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5120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跨 SPA route 存活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0" y="5532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Polling timer 放 AppContextProvider · 切到 /巡檢 仍持續推進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24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 Lifecycle ①  空狀態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尚未啟動 — 只有設定列 + 空狀態提示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840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元素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頂端 Section Header(區塊名 + 3 sub-tab)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設定列:LIMIT input + A/B 演算法 chip + 啟動 button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空狀態提示 + 圖示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LIMIT 留空 = 全跑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精準詞 → ~189 個 query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泛詞 → ~59 個 query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精準詞 + 泛詞可同時啟動,各跑各的,互不影響</a:t>
            </a:r>
            <a:endParaRPr lang="en-US" sz="1250" dirty="0"/>
          </a:p>
        </p:txBody>
      </p:sp>
      <p:pic>
        <p:nvPicPr>
          <p:cNvPr id="7" name="Image 0" descr="/Users/lance.chien/Documents/Projects/search_intention/explore_platform/.claude/worktrees/ab-check-runner/docs/images/batch-01-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0074" y="1828800"/>
            <a:ext cx="6856171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 Lifecycle ②  Running 執行中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無大塊 status bar — 只有 inline 進度行 + 表格 row 狀態點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840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設計(spec §5.3 Q1)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配置列右側「取消」紅 outline 按鈕取代啟動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細進度行:「進度 N/M · 跑到 #idx &lt;query&gt;」 + 細藍進度條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表格 row 即時換狀態點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行內狀態 dots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等待  ●(藍 pulse)執行中  ●(綠)完成  ●(紅)失敗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1D9E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切到其他 tab 或 /巡檢,run 不會中斷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(polling timer 在 AppContextProvider · 跨 route 存活)</a:t>
            </a:r>
            <a:endParaRPr lang="en-US" sz="1250" dirty="0"/>
          </a:p>
        </p:txBody>
      </p:sp>
      <p:pic>
        <p:nvPicPr>
          <p:cNvPr id="7" name="Image 0" descr="/Users/lance.chien/Documents/Projects/search_intention/explore_platform/.claude/worktrees/ab-check-runner/docs/images/batch-02-run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0074" y="1828800"/>
            <a:ext cx="6856171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24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 Lifecycle ③  Cancelled / Interrupted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橘色 status bar + 續跑 CTA + 待續跑黃 row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840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出現條件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使用者點「取消」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Backend 重啟 — startup sweep 把 DB 還在 running 的 run 標 interrupted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 Bar 內容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⏸ icon + 已中斷 + run_id(可複製)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「剩下 N 個 query 未跑」副標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橘色進度條(已跑 / 總數)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「續跑剩下 N 個」CTA(橘實心 button)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尚未跑的 row 套淡黃底 + 「• 待續跑」狀態點</a:t>
            </a:r>
            <a:endParaRPr lang="en-US" sz="1250" dirty="0"/>
          </a:p>
        </p:txBody>
      </p:sp>
      <p:pic>
        <p:nvPicPr>
          <p:cNvPr id="7" name="Image 0" descr="/Users/lance.chien/Documents/Projects/search_intention/explore_platform/.claude/worktrees/ab-check-runner/docs/images/batch-03-cance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0074" y="1828800"/>
            <a:ext cx="6856171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24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 Lifecycle ④  Done 完成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綠色 status bar + summary pills · 重新啟動會先彈 confirm 防誤丟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840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出現條件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全部 query 跑完(包含 ok / error)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6E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 Bar 內容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✓ icon + 完成 + run_id + 複製按鈕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完整綠色進度條(N/N)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Summary pills:P0 N · P1 N · P2 N · INFO N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「重新啟動新一輪」按鈕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會先彈 confirm dialog,避免誤丟現有 run 結果</a:t>
            </a:r>
            <a:endParaRPr lang="en-US" sz="1250" dirty="0"/>
          </a:p>
        </p:txBody>
      </p:sp>
      <p:pic>
        <p:nvPicPr>
          <p:cNvPr id="7" name="Image 0" descr="/Users/lance.chien/Documents/Projects/search_intention/explore_platform/.claude/worktrees/ab-check-runner/docs/images/batch-04-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0074" y="1828800"/>
            <a:ext cx="6856171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24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重新啟動新一輪 · Confirm Dialog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防誤丟現有 run · 結果一定會進歷史紀錄保存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pic>
        <p:nvPicPr>
          <p:cNvPr id="5" name="Image 0" descr="/Users/lance.chien/Documents/Projects/search_intention/explore_platform/.claude/worktrees/ab-check-runner/docs/images/batch-05-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737360"/>
            <a:ext cx="6400800" cy="39268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47111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點「確定開始」→ 開新 run、清掉表格 row。舊 run 仍在歷史紀錄(完成 / 取消 狀態都會留)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167151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點「取消」→ 維持現狀,可以再用「續跑」按鈕從中斷處接續(僅 cancelled / interrupted 狀態出現)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24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嚴重度 · Hover Popup 快速摘要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滑鼠移到 P0/P1/P2/INFO chip → 浮出 alert 細節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840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Popup 內容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Query 名稱 + 「N 筆 alert」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每筆 alert 一行:嚴重度 chip + baseline 位置 + A/B 排名 + reason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多筆時可滾動(游標進入 popup 不會消失)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嚴重度等級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 (紅)· P1 (琥珀)· P2 (紫)· INFO(灰)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 row 的「Query」欄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navigate(/?keyword=&lt;該詞&gt;&amp;filter=diff)跳主畫面差異模式看詳細</a:t>
            </a:r>
            <a:endParaRPr lang="en-US" sz="1250" dirty="0"/>
          </a:p>
        </p:txBody>
      </p:sp>
      <p:pic>
        <p:nvPicPr>
          <p:cNvPr id="7" name="Image 0" descr="/Users/lance.chien/Documents/Projects/search_intention/explore_platform/.claude/worktrees/ab-check-runner/docs/images/batch-06-hover-pop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0074" y="1828800"/>
            <a:ext cx="6856171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/ 24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歷史紀錄 + Resume 安全保護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最近 50 筆 run · 點 row 看 detail · 續跑會嚴格驗證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pic>
        <p:nvPicPr>
          <p:cNvPr id="5" name="Image 0" descr="/Users/lance.chien/Documents/Projects/search_intention/explore_platform/.claude/worktrees/ab-check-runner/docs/images/batch-07-history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212080" cy="3197595"/>
          </a:xfrm>
          <a:prstGeom prst="rect">
            <a:avLst/>
          </a:prstGeom>
        </p:spPr>
      </p:pic>
      <p:pic>
        <p:nvPicPr>
          <p:cNvPr id="6" name="Image 1" descr="/Users/lance.chien/Documents/Projects/search_intention/explore_platform/.claude/worktrees/ab-check-runner/docs/images/batch-08-history-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212080" cy="31975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980675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歷史列表(50 筆,可篩 type)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035040" y="4980675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Detail view — 完整 metadata + 當時 checkpoint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5392155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49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5392155"/>
            <a:ext cx="73152" cy="13716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5529315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Resume 嚴格驗證 — 任一不符就 fallback 跑全新一輪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22960" y="5940795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type(精準 / 泛詞)、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version_a / version_b、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baseline_version、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 idx 的 query 文字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全部必須跟 parent 完全一致才複製 ok 的 row。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 BQ cron refresh 後 query 順序變,把 parent 對 query A 的 alerts 套到新 idx 的 query B。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/ 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判定邏輯 · 5 步驟流程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每個關鍵字 + 每筆商品都跑這條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01952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9F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8745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關鍵字類型拆解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20370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純類別 / 目的地+類別 / 目的地+主題 / 純目的地 / POI · 沒地點時 GPT 拆解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798064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9F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7706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地點比對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309981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層:字串包含 → ancestor 推論 → 國家 ISO fallback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75304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694176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9F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366674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Category 比對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99592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內建關鍵字 → category code → 商品 title/描述交叉驗證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590288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590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9F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456285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Tier 判定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48920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綜合地點 + 類別 + 主題,輸出 T1 / T2 / T3 / MISS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367528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5486400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9F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63040" y="54589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同義詞 AI 救回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63040" y="57881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 商品查同義詞表,沒有就問 AI,有則升 T2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另有 步驟 6:Baseline 標註 — 標記守門商品 Top1/Top2 與 泛#N,觸發 Alert bar 異常分組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/ 24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Tier 判定矩陣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個 tier 對應不同的相關性層級;hover 徽章看完整解釋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EAF7F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0312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完全相關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0312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精準命中,理想結果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2057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 ✓  +  類別完全符合(或主題出現於商品名)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035808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E6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3580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03120" y="2990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部分相關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03120" y="3355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有關但不精準,可接受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31272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 ✓ 但類別不符;或類別 ✓ 但地點不符;或同義詞命中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68496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105656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EEEDF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05656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34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103120" y="40599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疑似相關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103120" y="44256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邊緣相關,要 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419709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 ✓ 但關鍵字只出現在描述;或商品名含詞但 category 不符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038344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175504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CEBE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175504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4B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103120" y="51297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不相關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103120" y="5495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明顯無關,要修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52669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地點與類別皆不符 · 商品名/描述均未提及搜尋詞 · 無同義詞關係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 / 24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 3 層比對 · Category · 同義詞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三套機制聯手處理「搜尋詞 ↔ 商品 metadata」的對應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5661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566160" cy="54864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 3 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108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層 1 · 字串比對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 destination 清單直接包含搜尋地點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層 2 · Ancestor 推論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搜尋地點 = 商品 destination 的上層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例:「北海道」→ 札幌、函館 ✓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層 3 · ISO Fallback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查不到 destination code 時改用 ISO 碼(JP / KR / TH …)比對 isoCountryCode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661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828800"/>
            <a:ext cx="3566160" cy="54864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Category 比對表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108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esim / sim / wifi / 上網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854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CATEGORY_081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門票 / ticket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854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CATEGORY_001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一日遊 / tour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854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CATEGORY_020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美食 / 餐廳 / buffet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854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CATEGORY_079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交通 / 接送 / 新幹線 / jr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854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CATEGORY_120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i="1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比對方式:先查 code,再確認搜索詞出現在商品 title / 描述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828800"/>
            <a:ext cx="356616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同義詞 AI 救回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2606040"/>
            <a:ext cx="3108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搜「chiikawa」遇到名稱有「吉伊卡哇」的商品,原本判 MISS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救回流程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商品判 MISS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查同義詞表(synonyms.json)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沒命中 → 問 GPT 判斷 keyword 與商品名的關係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AI 找到 → 寫進表 + 升 T2;AI 說無關 → 維持 MISS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3C34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設計重點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雙向索引(查 chiikawa 或 吉伊卡哇 皆命中)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每 keyword 每巡檢只問 AI 一次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同義詞命中固定升 T2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/ 24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人工校正 + Baseline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人工覆寫 + 自動每日抽 BQ + warn-not-hold guardrail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3949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420624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人工校正機制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操作方式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hover 商品列右側 → 點「校正」按鈕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改 Tier(T1/T2/T3/MISS)+ 註解 + (選用) 同義詞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校正寫進 feedback.json(append-only)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套用時機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下次搜尋同一個關鍵字 → 校正自動覆蓋 → tier 標「已校正」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完整校正歷史保留供稽核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影響:已校正過的商品會進「需關注」filter,提醒再 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828800"/>
            <a:ext cx="73152" cy="420624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 Pipeline(PR #23)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606040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三種更新來源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每日 cron(主路徑) — 07:00 TW 自動 BQ → 自動 reload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立即從 BQ 抽取(手動 button) — 不等 cron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CSV 上傳(Plan B) — BQ 失效或測試用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版本管理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每次抽取建版本資料夾(時間戳記)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最多 14 版輪轉(~2 週)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可隨時 rollback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Guardrail:warn-not-hold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新版 row &lt; 上版 × 50% → 仍 activate + UI banner 黃色警告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BQ 抽取失敗 → 不 activate,保持上一版 + UI banner 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 / 24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 + 主要 PR 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前後端 stack · 從 PR #20 走到 PR #28 的關鍵改動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5029200" cy="777240"/>
          </a:xfrm>
          <a:prstGeom prst="rect">
            <a:avLst/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4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 (vite :5888)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· React Router · Vite · Tailwind CSS · 無 TypeScript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2240280"/>
            <a:ext cx="5486400" cy="777240"/>
          </a:xfrm>
          <a:prstGeom prst="rect">
            <a:avLst/>
          </a:prstGeom>
          <a:solidFill>
            <a:srgbClr val="EAF7F1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286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 (uvicorn :19426)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2560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SQLite (WAL) · APScheduler · daemon thread per ab-check run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 PR 史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64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86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38862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全面改版 + 批次 baseline 巡檢報表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1064240" cy="365760"/>
          </a:xfrm>
          <a:prstGeom prst="rect">
            <a:avLst/>
          </a:prstGeom>
          <a:solidFill>
            <a:srgbClr val="F5F4F1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51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42519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stage_checker single-flight + stale TTL 修正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617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46177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批次巡檢拆出獨立 /batch route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solidFill>
            <a:srgbClr val="F5F4F1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983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4983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BQ baseline auto fetch + 每日 cron + UI banner;HTML upload 廢棄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349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53492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mount:scripts/sql + GCP SA JSON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solidFill>
            <a:srgbClr val="F5F4F1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715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63040" y="57150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gitignore handoff/_secrets/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6080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63040" y="60807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README + CLAUDE.md 同步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solidFill>
            <a:srgbClr val="F5F4F1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63040" y="64465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批次巡檢改 async + sqlite checkpoint:cancel / resume / 50 筆歷史、跨 route polling、5 個視覺狀態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6812280"/>
            <a:ext cx="11064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6812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463040" y="6812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lang / locale / channel v3 API 欄位前端可動態帶入;HomePage 與 BatchPage 共用同一份 context state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 / 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#28 · 多語系 / 多 channel 巡檢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v3 search API 的 lang / locale / channel 欄位改由前端動態帶入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AEEDA"/>
          </a:solidFill>
          <a:ln w="9525">
            <a:solidFill>
              <a:srgbClr val="F0D4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54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HomePage 搜尋列旁下拉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EF9F2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 zh-tw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zh-tw · zh-hk · zh-cn · en · ja · ko · 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178308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EEEDFE"/>
          </a:solidFill>
          <a:ln w="9525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C3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HomePage 搜尋列旁下拉(緊鄰 lang)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56032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 tw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3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 · hk · cn · jp · kr · th · us · global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412480" y="178308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EAF7F1"/>
          </a:solidFill>
          <a:ln w="9525">
            <a:solidFill>
              <a:srgbClr val="B7E2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9536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SettingsPanel(齒輪)→ 搜尋設定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95360" y="256032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1D9E75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 ios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 · android · web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AEEDA"/>
          </a:solidFill>
          <a:ln w="6350">
            <a:solidFill>
              <a:srgbClr val="F0D4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474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🌐  </a:t>
            </a:r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HomePage 設的 lang/locale + SettingsPanel 設的 channel </a:t>
            </a:r>
            <a:pPr indent="0" marL="0">
              <a:buNone/>
            </a:pPr>
            <a:r>
              <a:rPr lang="en-US" sz="1200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BatchPage 跑 AB-check 也吃同一份(</a:t>
            </a:r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AppContext 共用 state</a:t>
            </a:r>
            <a:pPr indent="0" marL="0">
              <a:buNone/>
            </a:pPr>
            <a:r>
              <a:rPr lang="en-US" sz="1200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5760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46634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C4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AppContext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 api.js (fetchUnifiedSearch / startABCheckRun)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3C3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 Request models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UnifiedSearchRequest · ABCheckStartRequest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CompareRequest · BatchRunRequest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 main.py endpoints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3C3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ab_check / batch_engine / _process_version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kkday_api.fetch_kkday_products_v3(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lang=…, locale=…, channel=…)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 search API body 的 lang/locale/channel/source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4251960"/>
            <a:ext cx="5120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關鍵設計 + 平台驗收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46634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 key 隔離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ab_check._fetch_results 的 cache key: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(query, version, lang, locale, channel)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避免跨 locale 共用 stale 結果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平台驗收(5 個 pytest)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6E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v3 body 落地 lang/locale/channel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6E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預設值與舊行為一致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6E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/api/unified-search forward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6E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/api/ab-check/start forward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test_i18n_channel_plumbing.py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Follow-up(未進此 PR)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Resume 跨 locale 守門(schema 需加欄位)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54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CLI 缺 --lang/--locale/--channel flags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D8D6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PR #27 → #28 · 2026-05-25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 / 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1200" kern="0" dirty="0">
                <a:solidFill>
                  <a:srgbClr val="EF9F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/ 回報 / 一起改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45720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 部署</a:t>
            </a:r>
            <a:endParaRPr lang="en-US" sz="13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338328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http://autotest-service.sit.kkday.com:8081/explore_platform/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Repo</a:t>
            </a:r>
            <a:endParaRPr lang="en-US" sz="1300" dirty="0"/>
          </a:p>
        </p:txBody>
      </p:sp>
      <p:sp>
        <p:nvSpPr>
          <p:cNvPr id="9" name="Text 7">
            <a:hlinkClick r:id="rId2" tooltip=""/>
          </p:cNvPr>
          <p:cNvSpPr/>
          <p:nvPr/>
        </p:nvSpPr>
        <p:spPr>
          <a:xfrm>
            <a:off x="338328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https://github.com/lancekkday/explore_platform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Confluence 文件</a:t>
            </a:r>
            <a:endParaRPr lang="en-US" sz="1300" dirty="0"/>
          </a:p>
        </p:txBody>
      </p:sp>
      <p:sp>
        <p:nvSpPr>
          <p:cNvPr id="11" name="Text 9">
            <a:hlinkClick r:id="rId3" tooltip=""/>
          </p:cNvPr>
          <p:cNvSpPr/>
          <p:nvPr/>
        </p:nvSpPr>
        <p:spPr>
          <a:xfrm>
            <a:off x="33832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https://kkday.atlassian.net/wiki/spaces/QS/pages/1969225751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#27</a:t>
            </a:r>
            <a:endParaRPr lang="en-US" sz="1300" dirty="0"/>
          </a:p>
        </p:txBody>
      </p:sp>
      <p:sp>
        <p:nvSpPr>
          <p:cNvPr id="13" name="Text 11">
            <a:hlinkClick r:id="rId4" tooltip=""/>
          </p:cNvPr>
          <p:cNvSpPr/>
          <p:nvPr/>
        </p:nvSpPr>
        <p:spPr>
          <a:xfrm>
            <a:off x="3383280" y="4800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https://github.com/lancekkday/explore_platform/pull/27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303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#28</a:t>
            </a:r>
            <a:endParaRPr lang="en-US" sz="1300" dirty="0"/>
          </a:p>
        </p:txBody>
      </p:sp>
      <p:sp>
        <p:nvSpPr>
          <p:cNvPr id="15" name="Text 13">
            <a:hlinkClick r:id="rId5" tooltip=""/>
          </p:cNvPr>
          <p:cNvSpPr/>
          <p:nvPr/>
        </p:nvSpPr>
        <p:spPr>
          <a:xfrm>
            <a:off x="338328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https://github.com/lancekkday/explore_platform/pull/28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搜尋巡檢平台 · QA Squad · 2026-05-25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搜尋巡檢平台 — 功能操作 + 判斷邏輯</dc:title>
  <dc:subject>PR #27 → #28 最新版</dc:subject>
  <dc:creator>KKDay QA Squad</dc:creator>
  <cp:lastModifiedBy>KKDay QA Squad</cp:lastModifiedBy>
  <cp:revision>1</cp:revision>
  <dcterms:created xsi:type="dcterms:W3CDTF">2026-05-25T13:34:34Z</dcterms:created>
  <dcterms:modified xsi:type="dcterms:W3CDTF">2026-05-25T13:34:34Z</dcterms:modified>
</cp:coreProperties>
</file>